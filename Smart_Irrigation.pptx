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4074E4-8F1A-4672-8D00-17931C0DF248}" v="6" dt="2025-08-01T08:54:09.4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26" Type="http://schemas.microsoft.com/office/2015/10/relationships/revisionInfo" Target="revisionInfo.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225" Type="http://schemas.microsoft.com/office/2016/11/relationships/changesInfo" Target="changesInfos/changesInfo1.xml"/><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erthi Bandari" userId="210e113a84f9a18e" providerId="LiveId" clId="{354074E4-8F1A-4672-8D00-17931C0DF248}"/>
    <pc:docChg chg="undo custSel modSld">
      <pc:chgData name="Keerthi Bandari" userId="210e113a84f9a18e" providerId="LiveId" clId="{354074E4-8F1A-4672-8D00-17931C0DF248}" dt="2025-08-01T08:51:59.762" v="14"/>
      <pc:docMkLst>
        <pc:docMk/>
      </pc:docMkLst>
      <pc:sldChg chg="modSp mod">
        <pc:chgData name="Keerthi Bandari" userId="210e113a84f9a18e" providerId="LiveId" clId="{354074E4-8F1A-4672-8D00-17931C0DF248}" dt="2025-08-01T08:51:59.762" v="14"/>
        <pc:sldMkLst>
          <pc:docMk/>
          <pc:sldMk cId="3002968868" sldId="261"/>
        </pc:sldMkLst>
        <pc:spChg chg="mod">
          <ac:chgData name="Keerthi Bandari" userId="210e113a84f9a18e" providerId="LiveId" clId="{354074E4-8F1A-4672-8D00-17931C0DF248}" dt="2025-08-01T08:51:59.762" v="14"/>
          <ac:spMkLst>
            <pc:docMk/>
            <pc:sldMk cId="3002968868" sldId="261"/>
            <ac:spMk id="2" creationId="{9D3C57B0-1509-69AE-036C-2E6648E6ADC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keerthibandari167/smart-irrigation-internship"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531845"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79578" y="3609885"/>
            <a:ext cx="6870861" cy="1077218"/>
          </a:xfrm>
          <a:prstGeom prst="rect">
            <a:avLst/>
          </a:prstGeom>
          <a:noFill/>
        </p:spPr>
        <p:txBody>
          <a:bodyPr wrap="square" rtlCol="0">
            <a:spAutoFit/>
          </a:bodyPr>
          <a:lstStyle/>
          <a:p>
            <a:pPr algn="r"/>
            <a:r>
              <a:rPr lang="en-US" sz="3200" dirty="0">
                <a:solidFill>
                  <a:schemeClr val="bg1">
                    <a:lumMod val="95000"/>
                  </a:schemeClr>
                </a:solidFill>
                <a:latin typeface="Times New Roman" panose="02020603050405020304" pitchFamily="18" charset="0"/>
                <a:cs typeface="Times New Roman" panose="02020603050405020304" pitchFamily="18" charset="0"/>
              </a:rPr>
              <a:t>SMART IRRIGATION SYSTEM USING MACHINE LEARNING</a:t>
            </a:r>
            <a:endParaRPr lang="en-US" sz="3200" b="1" dirty="0">
              <a:solidFill>
                <a:schemeClr val="bg1">
                  <a:lumMod val="95000"/>
                </a:schemeClr>
              </a:solidFill>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3185771" cy="461665"/>
          </a:xfrm>
          <a:prstGeom prst="rect">
            <a:avLst/>
          </a:prstGeom>
          <a:noFill/>
        </p:spPr>
        <p:txBody>
          <a:bodyPr wrap="square">
            <a:spAutoFit/>
          </a:bodyPr>
          <a:lstStyle/>
          <a:p>
            <a:r>
              <a:rPr lang="en-IN" sz="2400" b="1" dirty="0">
                <a:solidFill>
                  <a:srgbClr val="213163"/>
                </a:solidFill>
                <a:latin typeface="Times New Roman" panose="02020603050405020304" pitchFamily="18" charset="0"/>
                <a:cs typeface="Times New Roman" panose="02020603050405020304" pitchFamily="18" charset="0"/>
              </a:rPr>
              <a:t>Learning Objectives</a:t>
            </a:r>
            <a:endParaRPr lang="en-IN" sz="2400" dirty="0">
              <a:solidFill>
                <a:srgbClr val="213163"/>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417836" y="1442720"/>
            <a:ext cx="4428724"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12" name="Rectangle 3">
            <a:extLst>
              <a:ext uri="{FF2B5EF4-FFF2-40B4-BE49-F238E27FC236}">
                <a16:creationId xmlns:a16="http://schemas.microsoft.com/office/drawing/2014/main" id="{FF77AC5D-60F9-0221-8F61-49F6D458A5E1}"/>
              </a:ext>
            </a:extLst>
          </p:cNvPr>
          <p:cNvSpPr>
            <a:spLocks noChangeArrowheads="1"/>
          </p:cNvSpPr>
          <p:nvPr/>
        </p:nvSpPr>
        <p:spPr bwMode="auto">
          <a:xfrm>
            <a:off x="336235" y="1691023"/>
            <a:ext cx="708160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 the concept of smart irrigation systems.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Learn how to use sensor data to predict irrigation needs.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Apply machine learning algorithms for prediction.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Visualize and analyze pump activity and parcel usage.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 a basic irrigation model using Python and Scikit-learn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61665"/>
          </a:xfrm>
          <a:prstGeom prst="rect">
            <a:avLst/>
          </a:prstGeom>
          <a:noFill/>
        </p:spPr>
        <p:txBody>
          <a:bodyPr wrap="square">
            <a:spAutoFit/>
          </a:bodyPr>
          <a:lstStyle/>
          <a:p>
            <a:r>
              <a:rPr lang="en-US" sz="2400" b="1" dirty="0">
                <a:solidFill>
                  <a:srgbClr val="213163"/>
                </a:solidFill>
                <a:latin typeface="Times New Roman" panose="02020603050405020304" pitchFamily="18" charset="0"/>
                <a:cs typeface="Times New Roman" panose="02020603050405020304" pitchFamily="18" charset="0"/>
              </a:rPr>
              <a:t>T</a:t>
            </a:r>
            <a:r>
              <a:rPr lang="en-IN" sz="2400" b="1" dirty="0" err="1">
                <a:solidFill>
                  <a:srgbClr val="213163"/>
                </a:solidFill>
                <a:latin typeface="Times New Roman" panose="02020603050405020304" pitchFamily="18" charset="0"/>
                <a:cs typeface="Times New Roman" panose="02020603050405020304" pitchFamily="18" charset="0"/>
              </a:rPr>
              <a:t>ools</a:t>
            </a:r>
            <a:r>
              <a:rPr lang="en-IN" sz="2400" b="1" dirty="0">
                <a:solidFill>
                  <a:srgbClr val="213163"/>
                </a:solidFill>
                <a:latin typeface="Times New Roman" panose="02020603050405020304" pitchFamily="18" charset="0"/>
                <a:cs typeface="Times New Roman" panose="02020603050405020304" pitchFamily="18" charset="0"/>
              </a:rPr>
              <a:t> and Technology used </a:t>
            </a:r>
          </a:p>
        </p:txBody>
      </p:sp>
      <p:sp>
        <p:nvSpPr>
          <p:cNvPr id="4" name="Rectangle 1">
            <a:extLst>
              <a:ext uri="{FF2B5EF4-FFF2-40B4-BE49-F238E27FC236}">
                <a16:creationId xmlns:a16="http://schemas.microsoft.com/office/drawing/2014/main" id="{6F04F5AA-FB90-F35A-8122-675EDCCA999C}"/>
              </a:ext>
            </a:extLst>
          </p:cNvPr>
          <p:cNvSpPr>
            <a:spLocks noChangeArrowheads="1"/>
          </p:cNvSpPr>
          <p:nvPr/>
        </p:nvSpPr>
        <p:spPr bwMode="auto">
          <a:xfrm>
            <a:off x="313014" y="1995690"/>
            <a:ext cx="1205616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Programming language for data analysis and machine learning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Pandas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 data manipulation and preprocessing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Matplotlib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 data visualization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Scikit-learn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sklearn</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 building the machine learning model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 writing and testing Python code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GitHub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 version control and project submission</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61665"/>
          </a:xfrm>
          <a:prstGeom prst="rect">
            <a:avLst/>
          </a:prstGeom>
          <a:noFill/>
        </p:spPr>
        <p:txBody>
          <a:bodyPr wrap="square">
            <a:spAutoFit/>
          </a:bodyPr>
          <a:lstStyle/>
          <a:p>
            <a:r>
              <a:rPr lang="en-US" sz="2400" b="1" dirty="0">
                <a:solidFill>
                  <a:srgbClr val="213163"/>
                </a:solidFill>
                <a:latin typeface="Times New Roman" panose="02020603050405020304" pitchFamily="18" charset="0"/>
                <a:cs typeface="Times New Roman" panose="02020603050405020304" pitchFamily="18" charset="0"/>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B68017D8-5AAE-2344-6236-D8F656994424}"/>
              </a:ext>
            </a:extLst>
          </p:cNvPr>
          <p:cNvSpPr txBox="1"/>
          <p:nvPr/>
        </p:nvSpPr>
        <p:spPr>
          <a:xfrm>
            <a:off x="438539" y="1735494"/>
            <a:ext cx="10870163" cy="2031325"/>
          </a:xfrm>
          <a:prstGeom prst="rect">
            <a:avLst/>
          </a:prstGeom>
          <a:noFill/>
        </p:spPr>
        <p:txBody>
          <a:bodyPr wrap="square" rtlCol="0">
            <a:spAutoFit/>
          </a:bodyPr>
          <a:lstStyle/>
          <a:p>
            <a:pPr marL="342900" indent="-34290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Data preprocessing (cleaning, scaling sensor values).</a:t>
            </a:r>
          </a:p>
          <a:p>
            <a:pPr marL="3429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Model training using Random Forest Classifier.</a:t>
            </a:r>
          </a:p>
          <a:p>
            <a:pPr marL="3429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Model evaluation and prediction of sprinkler status.</a:t>
            </a:r>
          </a:p>
          <a:p>
            <a:pPr marL="3429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Deployment using </a:t>
            </a:r>
            <a:r>
              <a:rPr lang="en-US" sz="1800"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for user interaction.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61665"/>
          </a:xfrm>
          <a:prstGeom prst="rect">
            <a:avLst/>
          </a:prstGeom>
          <a:noFill/>
        </p:spPr>
        <p:txBody>
          <a:bodyPr wrap="square">
            <a:spAutoFit/>
          </a:bodyPr>
          <a:lstStyle/>
          <a:p>
            <a:r>
              <a:rPr lang="en-US" sz="2400" b="1" dirty="0">
                <a:solidFill>
                  <a:srgbClr val="213163"/>
                </a:solidFill>
                <a:latin typeface="Times New Roman" panose="02020603050405020304" pitchFamily="18" charset="0"/>
                <a:cs typeface="Times New Roman" panose="02020603050405020304" pitchFamily="18" charset="0"/>
              </a:rPr>
              <a:t>Problem Statement:  </a:t>
            </a:r>
            <a:endParaRPr lang="en-IN" sz="2400" b="1" dirty="0">
              <a:solidFill>
                <a:srgbClr val="213163"/>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0BF4342-04C7-D504-B863-01C970695F36}"/>
              </a:ext>
            </a:extLst>
          </p:cNvPr>
          <p:cNvSpPr txBox="1"/>
          <p:nvPr/>
        </p:nvSpPr>
        <p:spPr>
          <a:xfrm>
            <a:off x="522515" y="1670180"/>
            <a:ext cx="10590245" cy="1477328"/>
          </a:xfrm>
          <a:prstGeom prst="rect">
            <a:avLst/>
          </a:prstGeom>
          <a:noFill/>
        </p:spPr>
        <p:txBody>
          <a:bodyPr wrap="square" rtlCol="0">
            <a:spAutoFit/>
          </a:bodyPr>
          <a:lstStyle/>
          <a:p>
            <a:pPr marL="342900" indent="-34290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Efficient irrigation is essential to avoid water wastage.</a:t>
            </a:r>
          </a:p>
          <a:p>
            <a:pPr marL="3429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Farmers need an automated system to control sprinklers based on sensor data.</a:t>
            </a:r>
          </a:p>
          <a:p>
            <a:pPr marL="3429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smart irrigation model can optimize water usage and improve crop yield.</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61665"/>
          </a:xfrm>
          <a:prstGeom prst="rect">
            <a:avLst/>
          </a:prstGeom>
          <a:noFill/>
        </p:spPr>
        <p:txBody>
          <a:bodyPr wrap="square">
            <a:spAutoFit/>
          </a:bodyPr>
          <a:lstStyle/>
          <a:p>
            <a:r>
              <a:rPr lang="en-US" sz="2400" b="1" dirty="0">
                <a:solidFill>
                  <a:srgbClr val="213163"/>
                </a:solidFill>
                <a:latin typeface="Times New Roman" panose="02020603050405020304" pitchFamily="18" charset="0"/>
                <a:cs typeface="Times New Roman" panose="02020603050405020304" pitchFamily="18" charset="0"/>
              </a:rPr>
              <a:t>Solution:  </a:t>
            </a:r>
            <a:endParaRPr lang="en-IN" sz="2400" b="1" dirty="0">
              <a:solidFill>
                <a:srgbClr val="213163"/>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D3C57B0-1509-69AE-036C-2E6648E6ADC5}"/>
              </a:ext>
            </a:extLst>
          </p:cNvPr>
          <p:cNvSpPr txBox="1"/>
          <p:nvPr/>
        </p:nvSpPr>
        <p:spPr>
          <a:xfrm>
            <a:off x="373224" y="1688841"/>
            <a:ext cx="10217021" cy="1200329"/>
          </a:xfrm>
          <a:prstGeom prst="rect">
            <a:avLst/>
          </a:prstGeom>
          <a:noFill/>
        </p:spPr>
        <p:txBody>
          <a:bodyPr wrap="square" rtlCol="0">
            <a:spAutoFit/>
          </a:bodyPr>
          <a:lstStyle/>
          <a:p>
            <a:pPr algn="just"/>
            <a:r>
              <a:rPr lang="en-IN" sz="1800" b="1" dirty="0">
                <a:latin typeface="Times New Roman" panose="02020603050405020304" pitchFamily="18" charset="0"/>
                <a:cs typeface="Times New Roman" panose="02020603050405020304" pitchFamily="18" charset="0"/>
              </a:rPr>
              <a:t>GitHub Repository Link</a:t>
            </a:r>
          </a:p>
          <a:p>
            <a:pPr algn="just"/>
            <a:endParaRPr lang="en-IN" sz="1800" b="1" dirty="0">
              <a:latin typeface="Times New Roman" panose="02020603050405020304" pitchFamily="18" charset="0"/>
              <a:cs typeface="Times New Roman" panose="02020603050405020304" pitchFamily="18" charset="0"/>
            </a:endParaRPr>
          </a:p>
          <a:p>
            <a:pPr algn="just"/>
            <a:r>
              <a:rPr lang="en-IN" sz="1800" b="1" dirty="0">
                <a:latin typeface="Times New Roman" panose="02020603050405020304" pitchFamily="18" charset="0"/>
                <a:cs typeface="Times New Roman" panose="02020603050405020304" pitchFamily="18" charset="0"/>
                <a:hlinkClick r:id="rId2"/>
              </a:rPr>
              <a:t>https://github.com/keerthibandari167/smart-irrigation-internship</a:t>
            </a:r>
            <a:endParaRPr lang="en-IN" sz="1800" b="1"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61665"/>
          </a:xfrm>
          <a:prstGeom prst="rect">
            <a:avLst/>
          </a:prstGeom>
          <a:noFill/>
        </p:spPr>
        <p:txBody>
          <a:bodyPr wrap="square">
            <a:spAutoFit/>
          </a:bodyPr>
          <a:lstStyle/>
          <a:p>
            <a:r>
              <a:rPr lang="en-US" sz="2400" b="1" dirty="0">
                <a:solidFill>
                  <a:srgbClr val="213163"/>
                </a:solidFill>
                <a:latin typeface="Times New Roman" panose="02020603050405020304" pitchFamily="18" charset="0"/>
                <a:cs typeface="Times New Roman" panose="02020603050405020304" pitchFamily="18" charset="0"/>
              </a:rPr>
              <a:t>Screenshot of Output:  </a:t>
            </a:r>
            <a:endParaRPr lang="en-IN" sz="2400" b="1" dirty="0">
              <a:solidFill>
                <a:srgbClr val="213163"/>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988ECC4-28F2-9059-B4FC-A6335BC227EA}"/>
              </a:ext>
            </a:extLst>
          </p:cNvPr>
          <p:cNvPicPr>
            <a:picLocks noChangeAspect="1"/>
          </p:cNvPicPr>
          <p:nvPr/>
        </p:nvPicPr>
        <p:blipFill>
          <a:blip r:embed="rId2"/>
          <a:stretch>
            <a:fillRect/>
          </a:stretch>
        </p:blipFill>
        <p:spPr>
          <a:xfrm>
            <a:off x="255104" y="1726162"/>
            <a:ext cx="11010124" cy="4905303"/>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61665"/>
          </a:xfrm>
          <a:prstGeom prst="rect">
            <a:avLst/>
          </a:prstGeom>
          <a:noFill/>
        </p:spPr>
        <p:txBody>
          <a:bodyPr wrap="square">
            <a:spAutoFit/>
          </a:bodyPr>
          <a:lstStyle/>
          <a:p>
            <a:r>
              <a:rPr lang="en-US" sz="2400" b="1" dirty="0">
                <a:solidFill>
                  <a:srgbClr val="213163"/>
                </a:solidFill>
                <a:latin typeface="Times New Roman" panose="02020603050405020304" pitchFamily="18" charset="0"/>
                <a:cs typeface="Times New Roman" panose="02020603050405020304" pitchFamily="18" charset="0"/>
              </a:rPr>
              <a:t>Conclusion:  </a:t>
            </a:r>
            <a:endParaRPr lang="en-IN" sz="2400" dirty="0">
              <a:solidFill>
                <a:srgbClr val="213163"/>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0BCBBE4-EC2E-5F6C-D495-BF55BB3216C1}"/>
              </a:ext>
            </a:extLst>
          </p:cNvPr>
          <p:cNvSpPr txBox="1"/>
          <p:nvPr/>
        </p:nvSpPr>
        <p:spPr>
          <a:xfrm>
            <a:off x="391886" y="1780145"/>
            <a:ext cx="10291665" cy="923330"/>
          </a:xfrm>
          <a:prstGeom prst="rect">
            <a:avLst/>
          </a:prstGeom>
          <a:noFill/>
        </p:spPr>
        <p:txBody>
          <a:bodyPr wrap="square" rtlCol="0">
            <a:spAutoFit/>
          </a:bodyPr>
          <a:lstStyle/>
          <a:p>
            <a:pPr algn="just"/>
            <a:r>
              <a:rPr lang="en-US" sz="1800" dirty="0">
                <a:latin typeface="Times New Roman" panose="02020603050405020304" pitchFamily="18" charset="0"/>
                <a:cs typeface="Times New Roman" panose="02020603050405020304" pitchFamily="18" charset="0"/>
              </a:rPr>
              <a:t>The Smart Irrigation System successfully predicts sprinkler activation based on sensor data, ensuring water is supplied only when needed. This approach helps in conserving water, improving crop health, and reducing manual intervention, making irrigation more efficient and sustainable.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102</TotalTime>
  <Words>262</Words>
  <Application>Microsoft Office PowerPoint</Application>
  <PresentationFormat>Widescreen</PresentationFormat>
  <Paragraphs>47</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Times New Roman</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Keerthi Bandari</cp:lastModifiedBy>
  <cp:revision>8</cp:revision>
  <dcterms:created xsi:type="dcterms:W3CDTF">2024-12-31T09:40:01Z</dcterms:created>
  <dcterms:modified xsi:type="dcterms:W3CDTF">2025-08-01T08:54:20Z</dcterms:modified>
</cp:coreProperties>
</file>